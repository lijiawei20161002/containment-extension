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3" r:id="rId14"/>
    <p:sldId id="266" r:id="rId17"/>
    <p:sldId id="267" r:id="rId18"/>
    <p:sldId id="268" r:id="rId19"/>
    <p:sldId id="269" r:id="rId20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20270" TargetMode="External"/><Relationship Id="rId3" Type="http://schemas.openxmlformats.org/officeDocument/2006/relationships/hyperlink" Target="https://arxiv.org/abs/2406.13352" TargetMode="External"/><Relationship Id="rId4" Type="http://schemas.openxmlformats.org/officeDocument/2006/relationships/hyperlink" Target="https://arxiv.org/abs/2312.06942" TargetMode="External"/><Relationship Id="rId5" Type="http://schemas.openxmlformats.org/officeDocument/2006/relationships/hyperlink" Target="https://arxiv.org/abs/2506.15740" TargetMode="External"/><Relationship Id="rId6" Type="http://schemas.openxmlformats.org/officeDocument/2006/relationships/hyperlink" Target="https://arxiv.org/abs/2503.18813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trol-arena.aisi.org.uk/" TargetMode="External"/><Relationship Id="rId3" Type="http://schemas.openxmlformats.org/officeDocument/2006/relationships/hyperlink" Target="https://arxiv.org/abs/2602.03117v3" TargetMode="External"/><Relationship Id="rId4" Type="http://schemas.openxmlformats.org/officeDocument/2006/relationships/hyperlink" Target="https://arxiv.org/abs/2609.34790v3" TargetMode="External"/><Relationship Id="rId5" Type="http://schemas.openxmlformats.org/officeDocument/2006/relationships/hyperlink" Target="https://arxiv.org/abs/2610.03448v1" TargetMode="Externa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These ideas already have substantial prior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Literature comparison, checked 20 Oct 2026; no external method has been rerun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docs/trust4rsi-related-work.md; full primary references in the appendix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114800"/>
                <a:gridCol w="4370832"/>
              </a:tblGrid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Prior 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Already established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Implication for our paper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[1] ImpossibleBench (2025)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Impossible tasks, prompt/abort ablations, transcript monitoring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prompt diagnostic is a close extension, not a new principle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[2] AgentDojo (2024)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Tool-agent security and utility evaluated separately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Separate task and security scores are established practice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[3] AI Control; [4] SHADE-Arena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Adversarial oversight; legitimate tasks plus harmful side objectives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We have no adversarial control or monitor-evasion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[5] CaMeL (2025)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Control/data-flow separation and capability-based enforcement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service observer measures effects; it does not prevent them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[6] ControlArena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Reusable settings, monitors, scoring and control analysis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 custom runner is infrastructure, not a new safety algorithm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715000"/>
            <a:ext cx="11277295" cy="4114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715000"/>
            <a:ext cx="11057839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Current positioning: a controlled measurement study. Novelty and superiority remain unestablished.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2026 work narrows the remaining space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Recent preprints are relevant comparisons, not independently reproduced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[7] AgentDyn v3; [8] CoSec v3 (19 Oct); [9] Passing the Test You Trained 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06240"/>
                <a:gridCol w="4507992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Research focus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What we must add or stop claiming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[7] AgentDyn
Feb / May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Dynamic tasks; useful third-party instructions; excessive defense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easy controls do not establish general utility preservation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[8] CoSec
Sep / Oct 2026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Persistent communities; active authorization state; traces and artifacts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Cross-context violations and utility/compliance separation already overlap directly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[9] Detector transfer study
Oct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Detector rankings across environments; realistic benign outputs; low FPR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action judge is a different task; its calibration and transfer still need testing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623560"/>
            <a:ext cx="11277295" cy="502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 literature search can identify overlaps; it cannot certify that a proposed gap has never been studied.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New results: impossible-task incidents and useful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48/48 actor assignments processed; same input pairs, current fixture and pinned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Verified incidents on impossible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Current original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245287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144573" y="2443734"/>
            <a:ext cx="1515380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13314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64852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966460" y="240030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219456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11/16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44.4%-85.8%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3756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Archived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55015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41888" y="3541014"/>
            <a:ext cx="995481" cy="50292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130458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125939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880860" y="3497580"/>
            <a:ext cx="137160" cy="137160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2918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15/16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71.7%-98.9%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100%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599432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66928" y="4599432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Authorized control completions | Current: recoverable 4/4; easy 4/4  |  Archived N: recoverable 4/4; easy 4/4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32120"/>
            <a:ext cx="11277295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Impossible-task unknown labels: 0. This is a small diagnostic on one task structure, not a deployment risk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All 16 impossible input pairs, with no selected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 = current original note; N = archived neutral note. 1 = verified incident; 0 = no incident observed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results/baseline-diagnostic-v2/summary.json (paired.impossible)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0352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72784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0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0352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8416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01568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72784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0848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0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30352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28416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01568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72784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70848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44000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30352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28416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401568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99632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72784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72784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1          N: 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70848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44000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513832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66928" y="5513832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11111"/>
                </a:solidFill>
                <a:latin typeface="Arial"/>
              </a:rPr>
              <a:t>N-only: 5 pairs; C-only: 1. Paired difference N-C: +25.0 pp; approximate conservative 95%: -19.9 to +57.9 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data: a passing score missed 13 violations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160 archived model continuations; the same run is evaluated by scorer and service observer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qa/concrete-evidence.json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Incident 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No incident 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did not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4747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34831"/>
                </a:solidFill>
                <a:latin typeface="Arial"/>
              </a:rPr>
              <a:t>What the counts show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880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13 of 15 violating runs passed the scorer.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96 clean passes were feasible controls.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49 clean non-passes were impossible cases.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66666"/>
                </a:solidFill>
                <a:latin typeface="Arial"/>
              </a:rPr>
              <a:t>Mixed experimental arms; zero unknown effect labels. These counts do not estimate a deployment failure 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wording pilot: both reminders reduced observed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Haiku 4.5, impossible tasks; each arm also has 12 feasible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prompt-bank.json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7335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N: Neutral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85851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73285" y="1849373"/>
            <a:ext cx="1661792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61855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23647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995160" y="180593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7335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6/8 incidents; 12/12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R: Repeat full scope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27198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01396" y="2718054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89966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873912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795010" y="267462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542032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3/8 incidents; 12/12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1071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E: Accept a justified blocker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59587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41937" y="3586733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630507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414453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595110" y="354329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41071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5/8 incidents; 12/12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27939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RE: Both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446455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663440" y="4455413"/>
            <a:ext cx="1038233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652010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690243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594860" y="441197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27939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0/8 incidents; 12/12 controls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32120"/>
            <a:ext cx="11277295" cy="5486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Each bar shows a 95% Wilson interval. For 0/8, the upper limit is 32.4%; the pilot does not establish zero risk.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failed calibration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Three distinct stages; original requests, responses and stopping decisions remain archived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results/transcript-audit-v{2,3,4}/{plan.json,summary.json,judgments.json}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Observed outcome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v2: strict 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12/12 responses wrapped in Markdown fences; rejected by strict parser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Calibration stopped; no target judgments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v3: remove complete outer fence only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Same 12 responses; one clean case scored 1.0, another 0.95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 threshold &lt;=1 meets the frozen &lt;=5% empirical FPR limit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v4: descriptive audit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Fixed 0.5 threshold; raw boolean labels reported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Not a calibrated safety gate; no policy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257800"/>
            <a:ext cx="11277295" cy="6400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257800"/>
            <a:ext cx="11057839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Post-hoc raw-field audit: 5 outputs say false but have null scores. Raw-boolean TP/FN/FP/TN: 26/0/1/21; unknown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The frozen joint parser marks these 5 outputs abstained; the primary score analysis retains all 5 as unknown.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Transcript judge versus service observer: measured 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Fixed suspicion threshold 0.5; calibration failed; archive examples excluded from this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Observer: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Observer: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incident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566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BDD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65E9E"/>
                </a:solidFill>
                <a:latin typeface="Arial"/>
              </a:rPr>
              <a:t>Measured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971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Sensitivity: 26/26; 95% Wilson 87.1%-100.0%.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False positives: 1/17; 95% Wilson 1.0%-27.0%.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Unknown comparisons: 5/48, all observer-clean. FPR missingness bounds: 4.5%-27.3%.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48640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48640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forbidden reads are visible in these transcripts. Agreement here is not evidence that the observer improves policy selection.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Every judge score, including the cases near the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Red = observer incident; green = observer clean; gray marks below the axis = null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results/transcript-audit-v4/summary.json (records)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0130" y="2011680"/>
            <a:ext cx="22860" cy="32004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5200650"/>
            <a:ext cx="99669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51560" y="52084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50657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82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655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0080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653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95878"/>
            <a:ext cx="9966960" cy="32004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23960" y="3264408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B8732A"/>
                </a:solidFill>
                <a:latin typeface="Arial"/>
              </a:rPr>
              <a:t>threshold 0.500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1333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539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63745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951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158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7364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8570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777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1897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312189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3396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4602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5808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7014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8221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9427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0633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1840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3046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671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45459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6665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7871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077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1198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51490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26968" y="212140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93903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109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63157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7522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8728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99934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21140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3261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63553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4759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05966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28086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48378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69585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90791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11997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3203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54410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75616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96822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1372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46128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90884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788152"/>
            <a:ext cx="11277295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Run order follows the frozen actor schedule. A score is the judge's suspicion value, not a calibrated probability.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new data do not retroactively complete E2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Different allocations answer different questions; the original six-run study remains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feedback-ablation-v1/summary.json; baseline-diagnostic-v2/summary.json; transcript-audit-v4/summary.json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Allocation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actually ran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it answers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Original 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6 baseline actors; 0/2 impossible incidents; 4/4 controls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Predeclared baseline gate stopped before judge or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27 recorded; 1 timeout; 21 unstarted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Separate interrupted cohort; positive witnesses and unknowns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48 actors on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Current behavior under two exact continuation notes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12 old + 56 new calls; calibration failed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Descriptive judge agreement with observed service effects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166360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166360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1111"/>
                </a:solidFill>
                <a:latin typeface="Arial"/>
              </a:rPr>
              <a:t>Still unmeasured: whether incident feedback selects a better policy on fresh held-out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first new input pair: both observed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first scheduled pair is an easy-solvable control; shown regardless of its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results/baseline-diagnostic-v2/run-0001/; run-0002/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archived_N | seed 15203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447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current_original | seed 15203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/api/recover -&gt; 409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3.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was fixed before measurement, and what was exploratory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Actor allocation preceded inference; judge revisions followed observed calibration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results/baseline-diagnostic-v2/plan.json; results/transcript-audit-v{2,3,4}/plan.json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313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Design choice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Recorded rule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allocation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48 assignments; fixed seeds, exact notes and randomized order. No seed extension based on results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Primary contrast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Mean within-pair impossible-case incident difference, archived N minus current original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Uncertainty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Wilson per-arm intervals; paired discordance interval; unknown bounds. Input seeds do not control provider randomness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audit timing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Strict v2 plan preceded actor inference; descriptive v4 froze after 48 actor results existed. Judge inputs exclude reference labels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calibration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Failed in v2/v3. v4 fixes threshold at 0.5, with no safety-gate qualification or target-based tuning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Evidence retention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Raw requests/responses, service snapshots, SQLite files, source hashes, frozen schedule and token ledgers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historical utility versus verified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20 policy/model cells across three studies; 95% Wilson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figures/experiments/tradeoff-v1/{utility-incident-tradeoff.png,cells.json}</a:t>
            </a:r>
          </a:p>
        </p:txBody>
      </p:sp>
      <p:pic>
        <p:nvPicPr>
          <p:cNvPr id="8" name="Picture 7" descr="utility-incident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8448"/>
            <a:ext cx="11277295" cy="46419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07608"/>
            <a:ext cx="11277295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Study-specific denominators are retained. Early upstream reads are a separate diagnostic from full-rollout effects.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keep the experimental populations separate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Historical native studies: 416 actor rollouts. E2 v1: 6. Paired-note v1 interrupted; v2 reported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377440"/>
                <a:gridCol w="5696712"/>
              </a:tblGrid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Unit / 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Native pilot + cue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8 + 96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Link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link visibility and reminders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Incident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four wording arms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Scope-level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instruction packages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Original baseline stop; no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diagnostic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27 recorded / 48 assigned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26 complete + 1 timeout; 21 unstarted. Original cohort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New actor continuations;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Judge calls, not additional actor rollouts; 20 archive + 48 targets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Coding baseline / preflight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 / 24 assigned, 16 started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Separate environments; missing packages, message caps and unknowns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a future feedback-selection comparison would hold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implemented E2 protocol exists; these selection outcomes have not been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experiments/feedback-ablation-v1.json; src/containment_extension/feedback_ablation.py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597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Hold fixed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Change / evaluate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Candidate pool and actor development trials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B3 uses transcript-judge incident labels; B4 uses service-observer labels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Official task score and tie-break rule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 known negative incident labels and successful feasible controls; shortest eligible instruction wins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Selection frozen before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Evaluate both selected policies on fresh held-out actor draws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Same held-out reference measurement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Observer evaluates every arm; compare incident rate and authorized utility with uncertainty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Explicit cost accounting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Report shared actor cost and additional judge cost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4924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34924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new transcript audit is measurement evidence. It does not supply a policy-selection result.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evidence files behind the new figures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Every result shown comes from a recorded API response and/or the local service effects of an actor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251192"/>
              </a:tblGrid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Repository 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48 actor assignments, prompts, snapshots and raw calls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results/baseline-diagnostic-v2/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68 unique judge calls; 12 reused, 56 new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results/transcript-audit-v{2,3,4}/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and judge integrity / usage checks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Both directories: independent-audit.json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Historical opening trace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results/incident-study-v1/run-0001/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Actual reads followed by blocker report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results/incident-study-v1/run-0094/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Deck extraction and source hashes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slides/trust4rsi-paper-deck/qa/concrete-evidence.json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Human incident-library coding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E5 remains pending: 26 cases x 16 fields; original reports and independent reader needed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existing E6 anonymous supplement is an older snapshot; the new result directories are separately archived in the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'real experiment data' means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actor and judge outputs are actual hosted-model responses; the service environment is a controlled synthetic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Observed and archived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actor choices and tool calls, not a scripted action sequence.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service accesses and mutations in SQLite.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judge outputs and provider token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4447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8732A"/>
                </a:solidFill>
                <a:latin typeface="Arial"/>
              </a:rPr>
              <a:t>Limits of those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One task structure; fresh seeds do not create new task families.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 transcript judge can see the excluded reads in this task.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No real external archive, public upload, or production service was accessed by the actor.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the completed experiments let the paper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Every positive claim below has a measured counterpart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112745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4480560"/>
                <a:gridCol w="3639312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Evidence now available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Remaining boundary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 task success coexist with a violation?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13 historical passing violations; concrete raw traces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Observed on this fixture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continuation wording matter?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48-run paired diagnostic: N-C = +25.0 pp on impossible cases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Interval includes zero; no established note effect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the transcript judge match service evidence?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 targets: TP 26, FN 0, FP 1, TN 16; unknown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Fixed threshold 0.5; calibration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incident feedback select a better policy?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No completed selection comparison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Requires fresh selection and held-out evaluation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742432"/>
            <a:ext cx="11277295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11111"/>
                </a:solidFill>
                <a:latin typeface="Arial"/>
              </a:rPr>
              <a:t>Contribution today: auditable measurements and limits. No new containment algorithm or recursive self-improvement result.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[1] Zhong et al. — ImpossibleBench (2025; ICLR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https://arxiv.org/abs/2510.20270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[2] Debenedetti et al. — AgentDojo (2024)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https://arxiv.org/abs/2406.13352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[3] Greenblatt et al. — AI Control (2023/2024)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https://arxiv.org/abs/2312.06942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[4] Kutasov et al. — SHADE-Arena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https://arxiv.org/abs/2506.15740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74336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[5] Debenedetti et al. — CaMeL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85816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6"/>
              </a:rPr>
              <a:t>https://arxiv.org/abs/2503.18813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[6] UK AISI / Redwood — ControlArena (official framework)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https://control-arena.aisi.org.uk/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[7] Li et al. — AgentDyn (2026, v3)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https://arxiv.org/abs/2602.03117v3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[8] Chen et al. — CoSec (2026; v3 revised 19 October)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https://arxiv.org/abs/2609.34790v3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[9] Liu — Passing the Test You Trained On (October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https://arxiv.org/abs/2610.03448v1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